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 snapToGrid="0">
      <p:cViewPr varScale="1">
        <p:scale>
          <a:sx n="98" d="100"/>
          <a:sy n="98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4976-41CF-439D-DCD6-88F18D9E6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C70A3-AEBF-13CD-F74B-3B4BAF0E2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F7114-F9B3-75EC-C531-C9EBE387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7D2B2-4A0F-E40C-C8A6-46B0991E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23603-7982-48D3-186D-A321BB89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534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7216-56ED-BD79-C45F-AF1282C6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9BBAD-95D3-D508-806A-44885436E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73ACC-B449-C46F-F573-69703C84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4D04B-1660-0D11-8F10-999BD46A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8E9A8-766D-814A-C56B-B9DAD29C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959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955D-8795-4C63-E915-F54FDCDB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15A41-FC8A-3E71-A280-E5571929A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5AC4F-06F1-F32D-BDB5-116744CC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4A246-630D-D304-CAC6-4560EC29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9A7D3-E6D3-08BD-D993-9C308A39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99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8A90-59DF-DF65-DD77-843D2005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9417-AF91-3994-1EE3-343D1B5D6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B9904-6FE0-AC5F-619D-82D5CB32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A0C60-D1C6-169D-53CF-5B6550D8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19BAC-A484-8B21-A5F0-1B7F46A1E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0B2AB-8C83-8340-4AC5-E40FA02E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309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175F-5DEF-2656-0772-8A66A2FBA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43793-B91F-E591-7B9A-F994FCF31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7CF1-687F-B605-591E-E384372C8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9CB46-B3CA-AC8E-8502-728F8BCA5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53496-AE04-E69C-2E36-B8109787E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E9C84-9A57-074C-FFAB-384E85613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E7DA2-83DB-1350-C71B-97486043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B43D3-7B51-C55F-0938-53A32952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706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A7B6-C20B-8BBA-1204-0DD6C7A7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64D28-0175-CF84-AD3B-6468C13B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33772-F6C7-6211-5737-6449A2C3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3A718-1B88-F081-9386-4DE49329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015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C7ED5-6724-8958-278D-F5DB12E0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CA01F-D35C-B966-A18D-7526837E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1CC7A-07CB-0529-79BB-CBB55BAD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935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325AD-EDE8-5A91-3851-48CF4012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6B739-0B5A-5F3B-926C-B81FAF5AD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9F045-B9AB-6C13-E681-F24598E8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21770-6D77-8BCC-3568-954C51F4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13721-3798-18AC-D65B-943D861BF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0582C-3AF0-FDBA-3933-11D94BD8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12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784C-0D1E-EEDD-8AF8-7345062A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7B79D-D23D-3167-9A24-2BD9FB7CD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54D68-7E95-CE1A-0F45-26197063F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FD2DF-B91A-1E5B-588C-AF15DC67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3E1CA-0C6F-6322-0535-2DC6D65BC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54A36-9E70-74D8-AF70-F2F98349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774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403F-6486-CE20-0FE4-7658A078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2ACC5-DA8B-928C-E215-9089755EE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1C16E-4520-17D8-B67F-F27694A5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94FC6-86C5-90FD-538B-FD272CB5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C55D-8C59-1493-EC5C-E7231AE1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596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8981A-4F08-391B-79BD-985E32859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4DACB-BE41-06A8-5859-7AE6EDCD9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E727C-8247-2C07-EDB4-4AF27950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3AB5-6E7B-0C43-AFA7-379424CFBD6C}" type="datetimeFigureOut">
              <a:rPr lang="en-ID" smtClean="0"/>
              <a:t>06/12/24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9A723-429F-F0C1-EA18-881E9A9E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3FC8B-0F99-218D-9849-DF06E58B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4085-38FA-7A49-93DD-204E95CFE6A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74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1E02C7-C7BB-0ECE-0372-C158C10D0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75F76-4195-8394-8A1B-0AC06DFE6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A0905-8B6C-8F40-CEF0-6AD89699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E3AB5-6E7B-0C43-AFA7-379424CFBD6C}" type="datetimeFigureOut">
              <a:rPr lang="en-ID" smtClean="0"/>
              <a:t>06/12/24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4889E-3A82-9799-FC83-A3FE704BC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8D7A0-E488-7603-A89A-FD61A9E53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E4085-38FA-7A49-93DD-204E95CFE6A6}" type="slidenum">
              <a:rPr lang="en-ID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767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ski.ne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apskiofficial?igsh=MTZxYW43N2ltejJ6ag==" TargetMode="External"/><Relationship Id="rId5" Type="http://schemas.openxmlformats.org/officeDocument/2006/relationships/hyperlink" Target="https://chat.whatsapp.com/L5J2RQD3izQDI8DAynlqrp" TargetMode="External"/><Relationship Id="rId4" Type="http://schemas.openxmlformats.org/officeDocument/2006/relationships/hyperlink" Target="mailto:admin@apski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26D5D4-A930-7BF4-A185-ED71643C5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9" y="3016071"/>
            <a:ext cx="3847752" cy="2078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413083-23FB-4527-FB19-0F7A9EE0574B}"/>
              </a:ext>
            </a:extLst>
          </p:cNvPr>
          <p:cNvSpPr txBox="1"/>
          <p:nvPr/>
        </p:nvSpPr>
        <p:spPr>
          <a:xfrm>
            <a:off x="6631577" y="3016071"/>
            <a:ext cx="55604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200" b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Perkumpulan</a:t>
            </a:r>
            <a:r>
              <a:rPr lang="en-ID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APSKI </a:t>
            </a:r>
          </a:p>
          <a:p>
            <a:pPr algn="l"/>
            <a:r>
              <a:rPr lang="en-ID" sz="1200" b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Aliansi</a:t>
            </a:r>
            <a:r>
              <a:rPr lang="en-ID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Program </a:t>
            </a:r>
            <a:r>
              <a:rPr lang="en-ID" sz="1200" b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Studi</a:t>
            </a:r>
            <a:r>
              <a:rPr lang="en-ID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b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Kewirausahaan</a:t>
            </a:r>
            <a:r>
              <a:rPr lang="en-ID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Indonesia</a:t>
            </a:r>
          </a:p>
          <a:p>
            <a:pPr algn="l"/>
            <a:endParaRPr lang="en-ID" sz="1200" b="1" u="none" strike="noStrike" dirty="0">
              <a:solidFill>
                <a:srgbClr val="9B9B9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D" sz="1200" b="1" u="none" strike="noStrike" dirty="0" err="1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Sekretaris</a:t>
            </a:r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1, </a:t>
            </a:r>
            <a:r>
              <a:rPr lang="en-ID" sz="1200" b="1" u="none" strike="noStrike" dirty="0" err="1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Raditha</a:t>
            </a:r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200" b="1" u="none" strike="noStrike" dirty="0" err="1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Hapsari</a:t>
            </a:r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PhD</a:t>
            </a:r>
          </a:p>
          <a:p>
            <a:pPr algn="l"/>
            <a:r>
              <a:rPr lang="en-ID" sz="1200" b="1" u="none" strike="noStrike" dirty="0" err="1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Sekretaris</a:t>
            </a:r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2, </a:t>
            </a:r>
            <a:r>
              <a:rPr lang="en-ID" sz="1200" b="1" u="none" strike="noStrike" dirty="0" err="1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Wisnu </a:t>
            </a:r>
            <a:r>
              <a:rPr lang="en-ID" sz="1200" b="1" u="none" strike="noStrike" dirty="0" err="1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Dewobroto</a:t>
            </a:r>
            <a:b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D" sz="1200" b="1" u="none" strike="noStrike" dirty="0">
              <a:solidFill>
                <a:srgbClr val="9B9B9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Website: </a:t>
            </a:r>
            <a:r>
              <a:rPr lang="en-ID" sz="1200" b="1" u="none" strike="noStrike" dirty="0">
                <a:solidFill>
                  <a:srgbClr val="32C36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https://apski.net/</a:t>
            </a:r>
            <a:endParaRPr lang="en-ID" sz="1200" b="1" u="none" strike="noStrike" dirty="0">
              <a:solidFill>
                <a:srgbClr val="9B9B9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E-Mail: </a:t>
            </a:r>
            <a:r>
              <a:rPr lang="en-ID" sz="1200" b="1" u="none" strike="noStrike" dirty="0">
                <a:solidFill>
                  <a:srgbClr val="32C36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admin@apski.net</a:t>
            </a:r>
            <a:endParaRPr lang="en-ID" sz="1200" b="1" u="none" strike="noStrike" dirty="0">
              <a:solidFill>
                <a:srgbClr val="9B9B9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Group WhatsApp:  </a:t>
            </a:r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https://chat.whatsapp.com/L5J2RQD3izQDI8DAynlqrp</a:t>
            </a:r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ID" sz="1200" b="1" u="none" strike="noStrike" dirty="0">
                <a:solidFill>
                  <a:srgbClr val="9B9B9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Instagram: </a:t>
            </a:r>
            <a:r>
              <a:rPr lang="en-ID" sz="1200" b="1" u="none" strike="noStrike" dirty="0">
                <a:solidFill>
                  <a:srgbClr val="32C36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https://www.instagram.com/apskiofficial?igsh=MTZxYW43N2ltejJ6ag==</a:t>
            </a:r>
            <a:endParaRPr lang="en-ID" sz="1200" b="1" u="none" strike="noStrike" dirty="0">
              <a:solidFill>
                <a:srgbClr val="9B9B9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FF3861-EA31-9502-6112-8811ACCA2C13}"/>
              </a:ext>
            </a:extLst>
          </p:cNvPr>
          <p:cNvGrpSpPr/>
          <p:nvPr/>
        </p:nvGrpSpPr>
        <p:grpSpPr>
          <a:xfrm>
            <a:off x="809897" y="2365829"/>
            <a:ext cx="2673532" cy="3329577"/>
            <a:chOff x="809897" y="2365829"/>
            <a:chExt cx="2673532" cy="332957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903C55F-1BF6-AD4D-94DC-946A9262A5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897" y="2365829"/>
              <a:ext cx="2441303" cy="33295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ADC4ED-458A-12F6-C99C-D5F3698C5389}"/>
                </a:ext>
              </a:extLst>
            </p:cNvPr>
            <p:cNvCxnSpPr>
              <a:cxnSpLocks/>
            </p:cNvCxnSpPr>
            <p:nvPr/>
          </p:nvCxnSpPr>
          <p:spPr>
            <a:xfrm>
              <a:off x="928914" y="2365829"/>
              <a:ext cx="2554515" cy="33295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F90EE4AB-956B-406B-DAC5-5840E272789F}"/>
              </a:ext>
            </a:extLst>
          </p:cNvPr>
          <p:cNvSpPr/>
          <p:nvPr/>
        </p:nvSpPr>
        <p:spPr>
          <a:xfrm>
            <a:off x="4140941" y="3149047"/>
            <a:ext cx="2447094" cy="1698171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dirubah</a:t>
            </a:r>
            <a:r>
              <a:rPr lang="en-US" dirty="0"/>
              <a:t> </a:t>
            </a:r>
            <a:r>
              <a:rPr lang="en-US" dirty="0" err="1"/>
              <a:t>menjadi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D35ED-6220-69CF-0BFC-8F4067FF15D5}"/>
              </a:ext>
            </a:extLst>
          </p:cNvPr>
          <p:cNvSpPr txBox="1"/>
          <p:nvPr/>
        </p:nvSpPr>
        <p:spPr>
          <a:xfrm>
            <a:off x="669963" y="456387"/>
            <a:ext cx="10852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Mohon </a:t>
            </a:r>
            <a:r>
              <a:rPr lang="en-US" sz="3200" dirty="0" err="1"/>
              <a:t>bantuan</a:t>
            </a:r>
            <a:r>
              <a:rPr lang="en-US" sz="3200" dirty="0"/>
              <a:t> </a:t>
            </a:r>
            <a:r>
              <a:rPr lang="en-US" sz="3200" dirty="0" err="1"/>
              <a:t>semua</a:t>
            </a:r>
            <a:r>
              <a:rPr lang="en-US" sz="3200" dirty="0"/>
              <a:t> footnote (di </a:t>
            </a:r>
            <a:r>
              <a:rPr lang="en-US" sz="3200" dirty="0" err="1"/>
              <a:t>semua</a:t>
            </a:r>
            <a:r>
              <a:rPr lang="en-US" sz="3200" dirty="0"/>
              <a:t> </a:t>
            </a:r>
            <a:r>
              <a:rPr lang="en-US" sz="3200" dirty="0" err="1"/>
              <a:t>halaman</a:t>
            </a:r>
            <a:r>
              <a:rPr lang="en-US" sz="3200" dirty="0"/>
              <a:t>) </a:t>
            </a:r>
            <a:r>
              <a:rPr lang="en-US" sz="3200" dirty="0" err="1"/>
              <a:t>diganti</a:t>
            </a:r>
            <a:r>
              <a:rPr lang="en-US" sz="3200" dirty="0"/>
              <a:t>.</a:t>
            </a:r>
          </a:p>
          <a:p>
            <a:pPr algn="ctr"/>
            <a:r>
              <a:rPr lang="en-US" sz="3200" dirty="0" err="1"/>
              <a:t>Hatur</a:t>
            </a:r>
            <a:r>
              <a:rPr lang="en-US" sz="3200" dirty="0"/>
              <a:t> </a:t>
            </a:r>
            <a:r>
              <a:rPr lang="en-US" sz="3200" dirty="0" err="1"/>
              <a:t>nuhun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58221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Rudy Aryanto</cp:lastModifiedBy>
  <cp:revision>1</cp:revision>
  <dcterms:created xsi:type="dcterms:W3CDTF">2024-12-06T06:45:47Z</dcterms:created>
  <dcterms:modified xsi:type="dcterms:W3CDTF">2024-12-06T06:56:12Z</dcterms:modified>
</cp:coreProperties>
</file>