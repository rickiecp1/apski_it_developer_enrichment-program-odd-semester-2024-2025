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5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29000"/>
    <a:srgbClr val="00905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>
      <p:cViewPr varScale="1">
        <p:scale>
          <a:sx n="112" d="100"/>
          <a:sy n="112" d="100"/>
        </p:scale>
        <p:origin x="48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97957F-08F2-B0DB-8D20-9057836846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BE6A92-8B1A-72EF-5289-9BD22E3C4C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6F679-2967-FD0D-FD91-E4BC32FEE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CCEF4-D3E1-D9BB-D5BC-6FDA05B2A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1C556-1C68-3C07-3AEC-7D15070AD9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3874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57A375-AED3-B0FF-2308-1A7E6F8CD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4F6DD-8267-15C6-BD8F-9DAA7A7EF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07B8DD-1134-6F2D-2395-5EE4FF173E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9CD5D9-12DF-C4F6-F859-1262B63A6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6F86A-8D99-4A33-5E1D-A44EE5CE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371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235B7-ED7D-407C-CBE8-62CE044DA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266AEB-DFDB-1207-1A95-76E785032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A55801-2789-55A2-632C-EAF0EF240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787E8-FD28-D571-D896-75843CD88B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39152C-C99F-2A96-7990-708794BD9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852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AB2ECD-F1E4-11AB-BA44-BB8510E941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90FBA6-E980-217D-5E34-9211B2A63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FA0DB6-514F-CFF0-7B60-A9304A3E99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AB700A-CBE6-4C2A-B2F5-B88F6D910E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393991-5BCD-67FC-BBBD-DA7CD6EF9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7F2634-A4D0-57AC-4368-3E3BDC016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0380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CBCA5F-087B-5226-9129-A517863A55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7BA89F-07DE-8117-B48A-ABBF63505A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2FD37C-CE44-42E2-FCC3-3B463EE253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2C135-5F8E-7884-DAC4-B29761B2395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9A04DE1-B676-9DF8-A6BB-6CC5DA2212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F2370A2-68D0-7029-1A54-44BECE27C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99DC71-23B0-9D71-6670-21B8E3D7E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24BE13-35AE-460A-B749-319D8759E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062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59D84C-8855-DC93-F5CE-50AAAF168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C6F096-E9E0-9BF5-C4E1-101BADF7F3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7E19DE-C54E-3FC1-2CC7-531B8A0313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BF5A3D-078B-3634-3716-607E7CD7D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701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A907ECF-564B-93F1-8707-D47E6272D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E592C9-7295-668C-8E1F-21A127D9D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1296D2-AABE-5352-14EC-8CFBCE2EE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627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0E9B2-7089-51AA-7FEB-799040D16A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F7CCB-F89F-7AA2-D40B-27196805B5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6B33DE-1C62-82D0-1C4C-959495971F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1A2448-B98D-DA8F-4F3A-DF60C84E2E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6611F2-86F7-C6CF-9E0B-3773937F1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B7A6C5-5B78-2503-172B-F8A16BE62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201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06C65-6A5E-9E35-1C9C-AD99F6F8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33F979-4195-8621-FDB3-C3CB10304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AEAC95-CF94-37EF-0121-D1442F6C6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507E10-2374-1305-1277-209754A8D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16B03A-126B-E44E-C0FA-9A0F71FD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238CBF-5517-798E-929A-82BFD293A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0978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1AC6D-2C38-9F55-4494-F703D843BD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B4558A-D46E-A4BC-B140-2997F63D5E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DA7235-2DEB-61B3-25CC-602517A26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1C642-86B1-1A7B-9980-B2E7166C8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DC10A-4D1D-9C6D-598B-744BFEA48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612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9F8D45-C49F-26AB-F921-6DEF08A931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24024F6-873A-89D8-00ED-1491709DAF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A4F99A-B0CF-75B4-67EE-755258893D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D878E-E530-9E18-673D-955EC5245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2E05DE-3087-4CB6-64B8-7DF6E6D10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869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3475FB-C9EC-80E1-72B8-C7DB11E7A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EBB97-57E6-2095-B4BB-6B500C5F10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28E46F-9DCF-D6CD-397C-FD23166191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99AD67-D249-DE49-A492-1DCE84EFC801}" type="datetimeFigureOut">
              <a:rPr lang="en-US" smtClean="0"/>
              <a:t>8/30/24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C43BC9-CAC6-B672-DD79-55E4B01C6B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1C10-0327-967B-776E-F563C34F1B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6FDCF-FC05-9245-9AC2-6B7D9EEE2E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66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hat.whatsapp.com/GwDtThgoTvZ67nFNupxDO4" TargetMode="External"/><Relationship Id="rId2" Type="http://schemas.openxmlformats.org/officeDocument/2006/relationships/hyperlink" Target="mailto:admin@apski.net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hyperlink" Target="https://www.instagram.com/apskiofficial?igsh=MTZxYW43N2ltejJ6ag==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0EBB94-C393-312A-BFFC-C1A65DCA1BA8}"/>
              </a:ext>
            </a:extLst>
          </p:cNvPr>
          <p:cNvSpPr txBox="1"/>
          <p:nvPr/>
        </p:nvSpPr>
        <p:spPr>
          <a:xfrm>
            <a:off x="1183958" y="3334613"/>
            <a:ext cx="8882062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D" b="1" i="0" u="none" strike="noStrike" dirty="0">
                <a:solidFill>
                  <a:srgbClr val="FFFFFF"/>
                </a:solidFill>
                <a:effectLst/>
                <a:latin typeface="Roboto" panose="02000000000000000000" pitchFamily="2" charset="0"/>
              </a:rPr>
              <a:t>Address</a:t>
            </a:r>
          </a:p>
          <a:p>
            <a:pPr algn="l"/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Perkumpulan APSKI</a:t>
            </a:r>
          </a:p>
          <a:p>
            <a:pPr algn="l"/>
            <a:r>
              <a:rPr lang="en-ID" dirty="0" err="1">
                <a:latin typeface="Open Sans" panose="020B0606030504020204" pitchFamily="34" charset="0"/>
              </a:rPr>
              <a:t>Aliansi</a:t>
            </a:r>
            <a:r>
              <a:rPr lang="en-ID" dirty="0">
                <a:latin typeface="Open Sans" panose="020B0606030504020204" pitchFamily="34" charset="0"/>
              </a:rPr>
              <a:t> Program </a:t>
            </a:r>
            <a:r>
              <a:rPr lang="en-ID" dirty="0" err="1">
                <a:latin typeface="Open Sans" panose="020B0606030504020204" pitchFamily="34" charset="0"/>
              </a:rPr>
              <a:t>Studi</a:t>
            </a:r>
            <a:r>
              <a:rPr lang="en-ID" dirty="0">
                <a:latin typeface="Open Sans" panose="020B0606030504020204" pitchFamily="34" charset="0"/>
              </a:rPr>
              <a:t> Indonesia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ID" dirty="0" err="1">
                <a:latin typeface="Open Sans" panose="020B0606030504020204" pitchFamily="34" charset="0"/>
              </a:rPr>
              <a:t>Sekretaris</a:t>
            </a:r>
            <a:r>
              <a:rPr lang="en-ID" dirty="0">
                <a:latin typeface="Open Sans" panose="020B0606030504020204" pitchFamily="34" charset="0"/>
              </a:rPr>
              <a:t> 1, </a:t>
            </a:r>
            <a:r>
              <a:rPr lang="en-ID" dirty="0" err="1">
                <a:latin typeface="Open Sans" panose="020B0606030504020204" pitchFamily="34" charset="0"/>
              </a:rPr>
              <a:t>Raditha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r>
              <a:rPr lang="en-ID" dirty="0" err="1">
                <a:latin typeface="Open Sans" panose="020B0606030504020204" pitchFamily="34" charset="0"/>
              </a:rPr>
              <a:t>Hapsari</a:t>
            </a:r>
            <a:r>
              <a:rPr lang="en-ID" dirty="0">
                <a:latin typeface="Open Sans" panose="020B0606030504020204" pitchFamily="34" charset="0"/>
              </a:rPr>
              <a:t>, PhD</a:t>
            </a:r>
          </a:p>
          <a:p>
            <a:pPr algn="l"/>
            <a:r>
              <a:rPr lang="en-ID" b="0" i="0" u="none" strike="noStrike" dirty="0" err="1">
                <a:effectLst/>
                <a:latin typeface="Open Sans" panose="020B0606030504020204" pitchFamily="34" charset="0"/>
              </a:rPr>
              <a:t>Sek</a:t>
            </a:r>
            <a:r>
              <a:rPr lang="en-ID" dirty="0" err="1">
                <a:latin typeface="Open Sans" panose="020B0606030504020204" pitchFamily="34" charset="0"/>
              </a:rPr>
              <a:t>retaris</a:t>
            </a:r>
            <a:r>
              <a:rPr lang="en-ID" dirty="0">
                <a:latin typeface="Open Sans" panose="020B0606030504020204" pitchFamily="34" charset="0"/>
              </a:rPr>
              <a:t> 2, </a:t>
            </a:r>
            <a:r>
              <a:rPr lang="en-ID" dirty="0" err="1">
                <a:latin typeface="Open Sans" panose="020B0606030504020204" pitchFamily="34" charset="0"/>
              </a:rPr>
              <a:t>Dr.</a:t>
            </a:r>
            <a:r>
              <a:rPr lang="en-ID" dirty="0">
                <a:latin typeface="Open Sans" panose="020B0606030504020204" pitchFamily="34" charset="0"/>
              </a:rPr>
              <a:t> Wisnu </a:t>
            </a:r>
            <a:r>
              <a:rPr lang="en-ID" dirty="0" err="1">
                <a:latin typeface="Open Sans" panose="020B0606030504020204" pitchFamily="34" charset="0"/>
              </a:rPr>
              <a:t>Dewobroto</a:t>
            </a:r>
            <a:r>
              <a:rPr lang="en-ID" dirty="0">
                <a:latin typeface="Open Sans" panose="020B0606030504020204" pitchFamily="34" charset="0"/>
              </a:rPr>
              <a:t> 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endParaRPr lang="en-ID" b="0" i="0" u="none" strike="noStrike" dirty="0">
              <a:effectLst/>
              <a:latin typeface="Open Sans" panose="020B0606030504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ID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Website:  https://apski.net/</a:t>
            </a:r>
            <a:endParaRPr lang="en-ID" b="0" i="0" u="none" strike="noStrike" dirty="0">
              <a:effectLst/>
              <a:latin typeface="Open Sans" panose="020B0606030504020204" pitchFamily="34" charset="0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l"/>
            <a:r>
              <a:rPr lang="en-ID" dirty="0"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Email: 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admin@apski.net</a:t>
            </a:r>
            <a:endParaRPr lang="en-ID" b="0" i="0" u="none" strike="noStrike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ID" dirty="0">
                <a:latin typeface="Open Sans" panose="020B0606030504020204" pitchFamily="34" charset="0"/>
              </a:rPr>
              <a:t>Group WhatsApp:  </a:t>
            </a:r>
            <a:r>
              <a:rPr lang="en-ID" dirty="0">
                <a:latin typeface="Open Sans" panose="020B0606030504020204" pitchFamily="34" charset="0"/>
                <a:hlinkClick r:id="rId3"/>
              </a:rPr>
              <a:t>https://chat.whatsapp.com/GwDtThgoTvZ67nFNupxDO4</a:t>
            </a:r>
            <a:endParaRPr lang="en-ID" dirty="0">
              <a:latin typeface="Open Sans" panose="020B0606030504020204" pitchFamily="34" charset="0"/>
            </a:endParaRPr>
          </a:p>
          <a:p>
            <a:pPr algn="l"/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Instagram: 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  <a:hlinkClick r:id="rId4"/>
              </a:rPr>
              <a:t>https://www.instagram.com/apskiofficial?igsh=MTZxYW43N2ltejJ6ag==</a:t>
            </a:r>
            <a:r>
              <a:rPr lang="en-ID" b="0" i="0" u="none" strike="noStrike" dirty="0">
                <a:effectLst/>
                <a:latin typeface="Open Sans" panose="020B0606030504020204" pitchFamily="34" charset="0"/>
              </a:rPr>
              <a:t>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FD8CC0-1BCC-2B0C-66BB-95FDC040445B}"/>
              </a:ext>
            </a:extLst>
          </p:cNvPr>
          <p:cNvSpPr txBox="1"/>
          <p:nvPr/>
        </p:nvSpPr>
        <p:spPr>
          <a:xfrm>
            <a:off x="6096000" y="1038716"/>
            <a:ext cx="553212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Langsung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dimasukan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ini</a:t>
            </a:r>
            <a:r>
              <a:rPr lang="en-US" sz="3200" b="1" dirty="0">
                <a:solidFill>
                  <a:schemeClr val="accent6">
                    <a:lumMod val="75000"/>
                  </a:schemeClr>
                </a:solidFill>
              </a:rPr>
              <a:t> </a:t>
            </a:r>
            <a:r>
              <a:rPr lang="en-US" sz="3200" b="1" dirty="0" err="1">
                <a:solidFill>
                  <a:schemeClr val="accent6">
                    <a:lumMod val="75000"/>
                  </a:schemeClr>
                </a:solidFill>
              </a:rPr>
              <a:t>saja</a:t>
            </a:r>
            <a:endParaRPr lang="en-US" sz="3200" b="1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ADF492-B632-BE32-53CC-DAF97CB05B0C}"/>
              </a:ext>
            </a:extLst>
          </p:cNvPr>
          <p:cNvSpPr txBox="1"/>
          <p:nvPr/>
        </p:nvSpPr>
        <p:spPr>
          <a:xfrm>
            <a:off x="9006840" y="127813"/>
            <a:ext cx="2846614" cy="369332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highlight>
                  <a:srgbClr val="FFFF00"/>
                </a:highlight>
              </a:rPr>
              <a:t>Halaman HUBUNGI KAMI</a:t>
            </a:r>
          </a:p>
        </p:txBody>
      </p:sp>
      <p:pic>
        <p:nvPicPr>
          <p:cNvPr id="8" name="Picture 7" descr="A logo with orange and blue text&#10;&#10;Description automatically generated">
            <a:extLst>
              <a:ext uri="{FF2B5EF4-FFF2-40B4-BE49-F238E27FC236}">
                <a16:creationId xmlns:a16="http://schemas.microsoft.com/office/drawing/2014/main" id="{0B3EE66C-5279-178E-2F88-7EE86429B81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7580" y="1331103"/>
            <a:ext cx="3784600" cy="265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9917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</TotalTime>
  <Words>71</Words>
  <Application>Microsoft Macintosh PowerPoint</Application>
  <PresentationFormat>Widescreen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Open Sans</vt:lpstr>
      <vt:lpstr>Roboto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Rudy Aryanto</dc:creator>
  <cp:lastModifiedBy>Rudy Aryanto</cp:lastModifiedBy>
  <cp:revision>17</cp:revision>
  <dcterms:created xsi:type="dcterms:W3CDTF">2024-06-25T02:20:11Z</dcterms:created>
  <dcterms:modified xsi:type="dcterms:W3CDTF">2024-08-30T04:01:42Z</dcterms:modified>
</cp:coreProperties>
</file>