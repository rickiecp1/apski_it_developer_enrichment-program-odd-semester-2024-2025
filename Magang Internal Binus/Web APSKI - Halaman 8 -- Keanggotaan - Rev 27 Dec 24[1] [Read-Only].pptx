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6" r:id="rId3"/>
    <p:sldId id="2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9000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0"/>
  </p:normalViewPr>
  <p:slideViewPr>
    <p:cSldViewPr snapToGrid="0">
      <p:cViewPr varScale="1">
        <p:scale>
          <a:sx n="105" d="100"/>
          <a:sy n="105" d="100"/>
        </p:scale>
        <p:origin x="798" y="-48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957F-08F2-B0DB-8D20-905783684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E6A92-8B1A-72EF-5289-9BD22E3C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F679-2967-FD0D-FD91-E4BC32FE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CCEF4-D3E1-D9BB-D5BC-6FDA05B2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1C556-1C68-3C07-3AEC-7D15070A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87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A375-AED3-B0FF-2308-1A7E6F8C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4F6DD-8267-15C6-BD8F-9DAA7A7EF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7B8DD-1134-6F2D-2395-5EE4FF17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CD5D9-12DF-C4F6-F859-1262B63A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F86A-8D99-4A33-5E1D-A44EE5CE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1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35B7-ED7D-407C-CBE8-62CE044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6AEB-DFDB-1207-1A95-76E785032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55801-2789-55A2-632C-EAF0EF24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787E8-FD28-D571-D896-75843CD8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9152C-C99F-2A96-7990-708794BD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52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2ECD-F1E4-11AB-BA44-BB8510E9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0FBA6-E980-217D-5E34-9211B2A63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A0DB6-514F-CFF0-7B60-A9304A3E9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B700A-CBE6-4C2A-B2F5-B88F6D91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93991-5BCD-67FC-BBBD-DA7CD6EF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F2634-A4D0-57AC-4368-3E3BDC01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CA5F-087B-5226-9129-A517863A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BA89F-07DE-8117-B48A-ABBF63505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FD37C-CE44-42E2-FCC3-3B463EE25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2C135-5F8E-7884-DAC4-B29761B23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04DE1-B676-9DF8-A6BB-6CC5DA221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370A2-68D0-7029-1A54-44BECE27C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9DC71-23B0-9D71-6670-21B8E3D7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4BE13-35AE-460A-B749-319D8759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6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D84C-8855-DC93-F5CE-50AAAF16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6F096-E9E0-9BF5-C4E1-101BADF7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E19DE-C54E-3FC1-2CC7-531B8A03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F5A3D-078B-3634-3716-607E7CD7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0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07ECF-564B-93F1-8707-D47E6272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592C9-7295-668C-8E1F-21A127D9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296D2-AABE-5352-14EC-8CFBCE2E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2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E9B2-7089-51AA-7FEB-799040D1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7CCB-F89F-7AA2-D40B-27196805B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B33DE-1C62-82D0-1C4C-95949597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A2448-B98D-DA8F-4F3A-DF60C84E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611F2-86F7-C6CF-9E0B-3773937F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A6C5-5B78-2503-172B-F8A16BE6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6C65-6A5E-9E35-1C9C-AD99F6F8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3F979-4195-8621-FDB3-C3CB10304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EAC95-CF94-37EF-0121-D1442F6C6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07E10-2374-1305-1277-209754A8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6B03A-126B-E44E-C0FA-9A0F71FD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38CBF-5517-798E-929A-82BFD293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9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AC6D-2C38-9F55-4494-F703D843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4558A-D46E-A4BC-B140-2997F63D5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A7235-2DEB-61B3-25CC-602517A2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1C642-86B1-1A7B-9980-B2E7166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C10A-4D1D-9C6D-598B-744BFEA4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1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F8D45-C49F-26AB-F921-6DEF08A93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024F6-873A-89D8-00ED-1491709DA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4F99A-B0CF-75B4-67EE-75525889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D878E-E530-9E18-673D-955EC524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E05DE-3087-4CB6-64B8-7DF6E6D1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6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475FB-C9EC-80E1-72B8-C7DB11E7A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EBB97-57E6-2095-B4BB-6B500C5F1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E46F-9DCF-D6CD-397C-FD2316619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9AD67-D249-DE49-A492-1DCE84EFC801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43BC9-CAC6-B672-DD79-55E4B01C6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1C10-0327-967B-776E-F563C34F1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whatsapp.com/L5J2RQD3izQDI8DAynlqrp" TargetMode="External"/><Relationship Id="rId2" Type="http://schemas.openxmlformats.org/officeDocument/2006/relationships/hyperlink" Target="mailto:admin@apski.ne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apskiofficial?igsh=MTZxYW43N2ltejJ6ag=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C9D2BC-CE04-3E05-5E1D-21D77C0677C9}"/>
              </a:ext>
            </a:extLst>
          </p:cNvPr>
          <p:cNvSpPr txBox="1"/>
          <p:nvPr/>
        </p:nvSpPr>
        <p:spPr>
          <a:xfrm>
            <a:off x="102870" y="2526030"/>
            <a:ext cx="27089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Halaman 8</a:t>
            </a:r>
          </a:p>
          <a:p>
            <a:r>
              <a:rPr lang="en-US" sz="3200" b="1" dirty="0" err="1"/>
              <a:t>Keanggotaan</a:t>
            </a:r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E9177-59AB-F1D5-4E92-910D4D1250BE}"/>
              </a:ext>
            </a:extLst>
          </p:cNvPr>
          <p:cNvSpPr txBox="1"/>
          <p:nvPr/>
        </p:nvSpPr>
        <p:spPr>
          <a:xfrm>
            <a:off x="3754755" y="4083518"/>
            <a:ext cx="4030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Pengurus</a:t>
            </a:r>
            <a:r>
              <a:rPr lang="en-US" sz="3200" b="1" dirty="0"/>
              <a:t> APSKI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C3E02-4BE2-5598-2BF0-2DF0204D6EDE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KEANGGOTAAN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83A3F-FC00-5A75-6470-FDD6AA7B4D7B}"/>
              </a:ext>
            </a:extLst>
          </p:cNvPr>
          <p:cNvSpPr txBox="1"/>
          <p:nvPr/>
        </p:nvSpPr>
        <p:spPr>
          <a:xfrm>
            <a:off x="3707130" y="1614508"/>
            <a:ext cx="5299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</a:t>
            </a:r>
            <a:r>
              <a:rPr lang="en-US" sz="3200" b="1" dirty="0" err="1"/>
              <a:t>Pendaftaran</a:t>
            </a:r>
            <a:endParaRPr lang="en-US" sz="32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430476-273B-5368-1E81-91B73C0EE914}"/>
              </a:ext>
            </a:extLst>
          </p:cNvPr>
          <p:cNvCxnSpPr>
            <a:cxnSpLocks/>
          </p:cNvCxnSpPr>
          <p:nvPr/>
        </p:nvCxnSpPr>
        <p:spPr>
          <a:xfrm flipV="1">
            <a:off x="2653665" y="1906896"/>
            <a:ext cx="1101090" cy="123682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31130F-E830-624B-E1AF-991115E6F379}"/>
              </a:ext>
            </a:extLst>
          </p:cNvPr>
          <p:cNvCxnSpPr>
            <a:cxnSpLocks/>
          </p:cNvCxnSpPr>
          <p:nvPr/>
        </p:nvCxnSpPr>
        <p:spPr>
          <a:xfrm>
            <a:off x="2676524" y="3136179"/>
            <a:ext cx="1101090" cy="137921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536A93-5740-04ED-D34C-31673D62978B}"/>
              </a:ext>
            </a:extLst>
          </p:cNvPr>
          <p:cNvCxnSpPr>
            <a:cxnSpLocks/>
          </p:cNvCxnSpPr>
          <p:nvPr/>
        </p:nvCxnSpPr>
        <p:spPr>
          <a:xfrm flipH="1">
            <a:off x="7089913" y="3316646"/>
            <a:ext cx="1524000" cy="1001584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F4C7603-C539-2BFF-4135-7D03D6BFF84A}"/>
              </a:ext>
            </a:extLst>
          </p:cNvPr>
          <p:cNvSpPr txBox="1"/>
          <p:nvPr/>
        </p:nvSpPr>
        <p:spPr>
          <a:xfrm>
            <a:off x="8751073" y="2748570"/>
            <a:ext cx="3383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Ditambahkan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Sub Menu </a:t>
            </a:r>
          </a:p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Yang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34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90E9EAF-8CAB-F2EC-E4D5-84B2141719BA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KEANGGOTAAN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4BF45-17EB-1B20-3E1B-6326F54479BC}"/>
              </a:ext>
            </a:extLst>
          </p:cNvPr>
          <p:cNvSpPr txBox="1"/>
          <p:nvPr/>
        </p:nvSpPr>
        <p:spPr>
          <a:xfrm>
            <a:off x="773016" y="942753"/>
            <a:ext cx="4030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Pengurus</a:t>
            </a:r>
            <a:r>
              <a:rPr lang="en-US" sz="3200" b="1" dirty="0"/>
              <a:t> APSKI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81B50-8122-28B3-81FA-49FB35F53544}"/>
              </a:ext>
            </a:extLst>
          </p:cNvPr>
          <p:cNvSpPr txBox="1"/>
          <p:nvPr/>
        </p:nvSpPr>
        <p:spPr>
          <a:xfrm>
            <a:off x="5570551" y="762189"/>
            <a:ext cx="5468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Sub Menu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Pengurus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APSKI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9BD3E2-86AA-14AA-EE35-FD0A44110D7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068418" y="1054577"/>
            <a:ext cx="1502133" cy="167311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53224A2-5A6F-12F9-8734-41ACC7F7C0F8}"/>
              </a:ext>
            </a:extLst>
          </p:cNvPr>
          <p:cNvSpPr txBox="1"/>
          <p:nvPr/>
        </p:nvSpPr>
        <p:spPr>
          <a:xfrm>
            <a:off x="5749456" y="1627109"/>
            <a:ext cx="5468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isi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didalamnya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adalah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: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364965-AFD6-1862-74CD-6083530237CA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4412974" y="1919497"/>
            <a:ext cx="1336482" cy="432355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ED43FC1-750A-91AB-B7E6-A90D10C4B8BD}"/>
              </a:ext>
            </a:extLst>
          </p:cNvPr>
          <p:cNvSpPr txBox="1"/>
          <p:nvPr/>
        </p:nvSpPr>
        <p:spPr>
          <a:xfrm>
            <a:off x="748748" y="2671609"/>
            <a:ext cx="10694504" cy="13866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DEWAN PENGAWAS APSKI DAN PENGURUS NASIONAL APSKI - MASA BAKTI 2023 -2027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D" sz="1200" kern="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Dewan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Pengawas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APSKI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Ketua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Dewan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Pengawas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Prof.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Wawan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Dhewanto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PhD. (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Institut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Teknologi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Bandung)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Anggota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Dewan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Pengawas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Prof. Ananda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Sabil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Hussein, Ph.D., CMA. (Universitas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Brawijaya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Prof.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Ritha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Fatimah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Dalimunthe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(Universitas Sumatera Utara)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Rudy Aryanto, S.E., M.M. (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Binus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University)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Pengurus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Nasional APSKI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Ketua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Umum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Sonny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Rustiadi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S.E., MBA., PhD., CBAP. (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Institut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Teknologi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Bandung)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Ketua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1: Ono Supriadi, S.IP., MBA., Ph.D. (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Binus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University)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Ketua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2: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Agus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Syam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S.Pd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.,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M.Si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(Universitas Negeri Makassar)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Sekertaris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1: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Raditha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Hapsari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S.E., M.M., Ph.D. (Universitas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Brawijaya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Sekertaris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2: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Wisnu Sakti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Dewobroto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S.T., M.Sc. (Universitas Agung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Podomoro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Bendahara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1: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Azizah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Fauziyah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S.Pd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.,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M.Pd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(Universitas Pendidikan Indonesia)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Bendahara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2: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Suyatmi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S.E., M.M. (Universitas </a:t>
            </a:r>
            <a:r>
              <a:rPr lang="en-ID" sz="13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Amikom</a:t>
            </a:r>
            <a:r>
              <a:rPr lang="en-ID" sz="1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Yogyakarta)</a:t>
            </a:r>
            <a:endParaRPr lang="en-ID" sz="13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ID" kern="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r>
              <a:rPr lang="en-ID" sz="1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DIREKTORAT PENGURUS PUSAT APSKI - </a:t>
            </a:r>
            <a:r>
              <a:rPr lang="en-ID" sz="18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MASA BAKTI 2023 -2027 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I.   DIREKTORAT KEANGGOTAAN DAN KEORGANISASIAN</a:t>
            </a: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	DIREKTUR  : MIMIASRI, S.E., M.M.</a:t>
            </a: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	ANGGOTA   :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D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  DR. NUR AZMI KARIM, S.E.,M.SI.</a:t>
            </a:r>
          </a:p>
          <a:p>
            <a:pPr marL="889000"/>
            <a:r>
              <a:rPr lang="en-ID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•   MEGA BAROKA TULFAJRI, S.E., M.B.A., C.S.A.</a:t>
            </a:r>
          </a:p>
          <a:p>
            <a:pPr marL="889000"/>
            <a:r>
              <a:rPr lang="en-ID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•   ALFATTORY RHEZA SYAHRUL, S.E., M.M.</a:t>
            </a:r>
          </a:p>
          <a:p>
            <a:pPr marL="889000"/>
            <a:r>
              <a:rPr lang="en-ID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•   MARETA KEMALA SARI, S.E.,M.M.</a:t>
            </a:r>
          </a:p>
          <a:p>
            <a:pPr marL="889000"/>
            <a:r>
              <a:rPr lang="en-ID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•   DR.MULYANI KARMAGA TRI S.SN., MM.</a:t>
            </a: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II.  DIREKTORAT AKADEMIK DAN PENDIDIKAN</a:t>
            </a: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	 DIREKTUR  :  DR. RIKE SETIAWATI, SE., M.M.</a:t>
            </a: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	 ANGGOTA   :</a:t>
            </a:r>
          </a:p>
          <a:p>
            <a:pPr marL="889000"/>
            <a:r>
              <a:rPr lang="en-ID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•   PROF . DR. MUHAMMAD YUSUF S.E., AK., M.M., C.A., C.I.P .</a:t>
            </a:r>
          </a:p>
          <a:p>
            <a:pPr marL="889000"/>
            <a:r>
              <a:rPr lang="en-ID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•   DR. VERAWATY, S.E., M.M.</a:t>
            </a:r>
          </a:p>
          <a:p>
            <a:pPr marL="889000"/>
            <a:r>
              <a:rPr lang="en-ID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•   DR. DIYAH TULIPA, M.M.</a:t>
            </a:r>
          </a:p>
          <a:p>
            <a:pPr marL="889000"/>
            <a:r>
              <a:rPr lang="en-ID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•   ANDI FAUZIAH YAHY A, S.E., M.H.R.M.</a:t>
            </a:r>
          </a:p>
          <a:p>
            <a:pPr marL="889000"/>
            <a:r>
              <a:rPr lang="en-ID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•   BAHRI, S.E., M.M</a:t>
            </a:r>
          </a:p>
          <a:p>
            <a:pPr marL="889000"/>
            <a:r>
              <a:rPr lang="en-ID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•   DR. DONI PURNAMA ALAM, S.KOM, M.M.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III.  DIREKTORAT KAJIAN DAN KEILMUAN</a:t>
            </a: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	DIREKTUR   :  HAFIZ RAHMAN, S.E., M.S.B.S., PH.D.	 </a:t>
            </a: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	ANGGOTA    :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 PROF . DONARD GAMES, S.E., M.BUS., PH.D.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 INTAN PERMANA, S.PD., M.M.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 IR. PRIMA RINI METRI OKTAVIANTI, M.M.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 VEMBRI AULIA RAHMI, S.E ., M.M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 GAFFAR MOHAMMAD JAHID, S.E., M.M.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 MAHMUDDIN, S.SOS., M.SI.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 NURAFNI OKTAVIYAH, S.E., M.AK.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 DR. MARVELLO YANG, M.M, M.E</a:t>
            </a:r>
          </a:p>
          <a:p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indent="-400050">
              <a:buAutoNum type="romanUcPeriod" startAt="4"/>
            </a:pP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DIREKTORAT KEMITRAAN DAN DANA USAHA</a:t>
            </a: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	DIREKTUR   :  MOH. IKHSAN KURNIA, S.SOS., MBA.	 </a:t>
            </a: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	ANGGOTA    :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ETSA ASTRIDYA SETIYATI, S.E., PGRADDIPLBUS, M.COM. 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YUSUF AMRI AMRULLAH, S.E., M.M. 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MARIA DINI GILANG PRATHIVI, S.S., M.M. 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MUHAMMAD LUTHFI ROMDONI, S.M., M.M. </a:t>
            </a:r>
          </a:p>
          <a:p>
            <a:pPr marL="889000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•  DR. NUR HALIM, SE., M.SI.</a:t>
            </a:r>
          </a:p>
          <a:p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V.   TIM KESEKERTARIATAN</a:t>
            </a:r>
          </a:p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	ISMAIL YUSUF S.T., M.B.A., M.OS., C.I.P.E.</a:t>
            </a:r>
          </a:p>
        </p:txBody>
      </p:sp>
    </p:spTree>
    <p:extLst>
      <p:ext uri="{BB962C8B-B14F-4D97-AF65-F5344CB8AC3E}">
        <p14:creationId xmlns:p14="http://schemas.microsoft.com/office/powerpoint/2010/main" val="186409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0EBB94-C393-312A-BFFC-C1A65DCA1BA8}"/>
              </a:ext>
            </a:extLst>
          </p:cNvPr>
          <p:cNvSpPr txBox="1"/>
          <p:nvPr/>
        </p:nvSpPr>
        <p:spPr>
          <a:xfrm>
            <a:off x="1183958" y="3334613"/>
            <a:ext cx="88820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Address</a:t>
            </a: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Perkumpulan APSKI</a:t>
            </a: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Aliansi</a:t>
            </a:r>
            <a:r>
              <a:rPr lang="en-ID" dirty="0">
                <a:latin typeface="Open Sans" panose="020B0606030504020204" pitchFamily="34" charset="0"/>
              </a:rPr>
              <a:t> Program </a:t>
            </a:r>
            <a:r>
              <a:rPr lang="en-ID" dirty="0" err="1">
                <a:latin typeface="Open Sans" panose="020B0606030504020204" pitchFamily="34" charset="0"/>
              </a:rPr>
              <a:t>Studi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</a:rPr>
              <a:t>Kewirausahaan</a:t>
            </a:r>
            <a:r>
              <a:rPr lang="en-ID" dirty="0">
                <a:latin typeface="Open Sans" panose="020B0606030504020204" pitchFamily="34" charset="0"/>
              </a:rPr>
              <a:t> Indonesia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Sekretaris</a:t>
            </a:r>
            <a:r>
              <a:rPr lang="en-ID" dirty="0">
                <a:latin typeface="Open Sans" panose="020B0606030504020204" pitchFamily="34" charset="0"/>
              </a:rPr>
              <a:t> 1, </a:t>
            </a:r>
            <a:r>
              <a:rPr lang="en-ID" dirty="0" err="1">
                <a:latin typeface="Open Sans" panose="020B0606030504020204" pitchFamily="34" charset="0"/>
              </a:rPr>
              <a:t>Raditha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</a:rPr>
              <a:t>Hapsari</a:t>
            </a:r>
            <a:r>
              <a:rPr lang="en-ID" dirty="0">
                <a:latin typeface="Open Sans" panose="020B0606030504020204" pitchFamily="34" charset="0"/>
              </a:rPr>
              <a:t>, PhD</a:t>
            </a:r>
          </a:p>
          <a:p>
            <a:pPr algn="l"/>
            <a:r>
              <a:rPr lang="en-ID" b="0" i="0" u="none" strike="noStrike" dirty="0" err="1">
                <a:effectLst/>
                <a:latin typeface="Open Sans" panose="020B0606030504020204" pitchFamily="34" charset="0"/>
              </a:rPr>
              <a:t>Sek</a:t>
            </a:r>
            <a:r>
              <a:rPr lang="en-ID" dirty="0" err="1">
                <a:latin typeface="Open Sans" panose="020B0606030504020204" pitchFamily="34" charset="0"/>
              </a:rPr>
              <a:t>retaris</a:t>
            </a:r>
            <a:r>
              <a:rPr lang="en-ID" dirty="0">
                <a:latin typeface="Open Sans" panose="020B0606030504020204" pitchFamily="34" charset="0"/>
              </a:rPr>
              <a:t> 2, </a:t>
            </a:r>
            <a:r>
              <a:rPr lang="en-ID" dirty="0" err="1">
                <a:latin typeface="Open Sans" panose="020B0606030504020204" pitchFamily="34" charset="0"/>
              </a:rPr>
              <a:t>Dr.</a:t>
            </a:r>
            <a:r>
              <a:rPr lang="en-ID" dirty="0">
                <a:latin typeface="Open Sans" panose="020B0606030504020204" pitchFamily="34" charset="0"/>
              </a:rPr>
              <a:t> Wisnu </a:t>
            </a:r>
            <a:r>
              <a:rPr lang="en-ID" dirty="0" err="1">
                <a:latin typeface="Open Sans" panose="020B0606030504020204" pitchFamily="34" charset="0"/>
              </a:rPr>
              <a:t>Dewobroto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Website:  https://apski.net/</a:t>
            </a:r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admin@apski.net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r>
              <a:rPr lang="en-ID" dirty="0">
                <a:latin typeface="Open Sans" panose="020B0606030504020204" pitchFamily="34" charset="0"/>
              </a:rPr>
              <a:t>Group WhatsApp: </a:t>
            </a:r>
            <a:r>
              <a:rPr lang="en-ID" b="1" u="sng" dirty="0">
                <a:solidFill>
                  <a:srgbClr val="0000E9"/>
                </a:solidFill>
                <a:effectLst/>
                <a:latin typeface="Arial" panose="020B0604020202020204" pitchFamily="34" charset="0"/>
                <a:hlinkClick r:id="rId3"/>
              </a:rPr>
              <a:t>https://chat.whatsapp.com/L5J2RQD3izQDI8DAynlqrp</a:t>
            </a:r>
            <a:endParaRPr lang="en-ID" dirty="0">
              <a:latin typeface="Open Sans" panose="020B0606030504020204" pitchFamily="34" charset="0"/>
            </a:endParaRP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Instagram: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4"/>
              </a:rPr>
              <a:t>https://www.instagram.com/apskiofficial?igsh=MTZxYW43N2ltejJ6ag==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 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5AB391-D78C-9720-32D7-B21BA00387D1}"/>
              </a:ext>
            </a:extLst>
          </p:cNvPr>
          <p:cNvCxnSpPr>
            <a:cxnSpLocks/>
          </p:cNvCxnSpPr>
          <p:nvPr/>
        </p:nvCxnSpPr>
        <p:spPr>
          <a:xfrm flipH="1">
            <a:off x="5795010" y="3783330"/>
            <a:ext cx="2114550" cy="1002126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FD8CC0-1BCC-2B0C-66BB-95FDC040445B}"/>
              </a:ext>
            </a:extLst>
          </p:cNvPr>
          <p:cNvSpPr txBox="1"/>
          <p:nvPr/>
        </p:nvSpPr>
        <p:spPr>
          <a:xfrm>
            <a:off x="8023860" y="2013615"/>
            <a:ext cx="33832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Bagian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bawah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/footnote</a:t>
            </a:r>
          </a:p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memasukan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(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seperti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pada footnote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halaman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1 (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beranda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FB9C9-CD3D-7A23-3864-7776FEF1357D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KEANGGOTAAN</a:t>
            </a:r>
          </a:p>
        </p:txBody>
      </p:sp>
    </p:spTree>
    <p:extLst>
      <p:ext uri="{BB962C8B-B14F-4D97-AF65-F5344CB8AC3E}">
        <p14:creationId xmlns:p14="http://schemas.microsoft.com/office/powerpoint/2010/main" val="31419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825</Words>
  <Application>Microsoft Office PowerPoint</Application>
  <PresentationFormat>Widescreen</PresentationFormat>
  <Paragraphs>86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Open Sans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Aryanto</dc:creator>
  <cp:lastModifiedBy>RICKIE CHANDRA PANGESTU</cp:lastModifiedBy>
  <cp:revision>21</cp:revision>
  <dcterms:created xsi:type="dcterms:W3CDTF">2024-06-25T02:20:11Z</dcterms:created>
  <dcterms:modified xsi:type="dcterms:W3CDTF">2024-12-31T11:25:37Z</dcterms:modified>
</cp:coreProperties>
</file>