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>
      <p:cViewPr varScale="1">
        <p:scale>
          <a:sx n="97" d="100"/>
          <a:sy n="97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9D2BC-CE04-3E05-5E1D-21D77C0677C9}"/>
              </a:ext>
            </a:extLst>
          </p:cNvPr>
          <p:cNvSpPr txBox="1"/>
          <p:nvPr/>
        </p:nvSpPr>
        <p:spPr>
          <a:xfrm>
            <a:off x="102870" y="2526030"/>
            <a:ext cx="2708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Halaman 8</a:t>
            </a:r>
          </a:p>
          <a:p>
            <a:r>
              <a:rPr lang="en-US" sz="3200" b="1" dirty="0" err="1"/>
              <a:t>Keanggotaan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83A3F-FC00-5A75-6470-FDD6AA7B4D7B}"/>
              </a:ext>
            </a:extLst>
          </p:cNvPr>
          <p:cNvSpPr txBox="1"/>
          <p:nvPr/>
        </p:nvSpPr>
        <p:spPr>
          <a:xfrm>
            <a:off x="4121509" y="4223010"/>
            <a:ext cx="5299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 err="1"/>
              <a:t>Pengurus</a:t>
            </a:r>
            <a:r>
              <a:rPr lang="en-US" sz="3200" b="1" dirty="0"/>
              <a:t> APSKI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430476-273B-5368-1E81-91B73C0EE914}"/>
              </a:ext>
            </a:extLst>
          </p:cNvPr>
          <p:cNvCxnSpPr>
            <a:cxnSpLocks/>
          </p:cNvCxnSpPr>
          <p:nvPr/>
        </p:nvCxnSpPr>
        <p:spPr>
          <a:xfrm flipV="1">
            <a:off x="2653665" y="1906896"/>
            <a:ext cx="1101090" cy="123682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1130F-E830-624B-E1AF-991115E6F379}"/>
              </a:ext>
            </a:extLst>
          </p:cNvPr>
          <p:cNvCxnSpPr>
            <a:cxnSpLocks/>
          </p:cNvCxnSpPr>
          <p:nvPr/>
        </p:nvCxnSpPr>
        <p:spPr>
          <a:xfrm>
            <a:off x="2676524" y="3136179"/>
            <a:ext cx="1101090" cy="137921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2D7498-FD99-356E-7847-2687A63A2A93}"/>
              </a:ext>
            </a:extLst>
          </p:cNvPr>
          <p:cNvSpPr txBox="1"/>
          <p:nvPr/>
        </p:nvSpPr>
        <p:spPr>
          <a:xfrm>
            <a:off x="8298180" y="1288732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diperbaiki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D17D3C-E0A5-2003-5E66-AF6132DE773A}"/>
              </a:ext>
            </a:extLst>
          </p:cNvPr>
          <p:cNvCxnSpPr>
            <a:cxnSpLocks/>
          </p:cNvCxnSpPr>
          <p:nvPr/>
        </p:nvCxnSpPr>
        <p:spPr>
          <a:xfrm flipH="1" flipV="1">
            <a:off x="6617970" y="1827818"/>
            <a:ext cx="1645920" cy="11425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AD519E-B0CF-15ED-1020-25FB8D27A21F}"/>
              </a:ext>
            </a:extLst>
          </p:cNvPr>
          <p:cNvSpPr txBox="1"/>
          <p:nvPr/>
        </p:nvSpPr>
        <p:spPr>
          <a:xfrm>
            <a:off x="4046221" y="1687353"/>
            <a:ext cx="2778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 err="1"/>
              <a:t>Pendaftaran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F38D25-6CD2-0CAC-8F01-816F2A23065F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71A6E-D604-A61E-9A43-7501B56A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94" y="1335313"/>
            <a:ext cx="3829361" cy="4971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6B4D0-3917-AA12-EFB4-B89B84E03C70}"/>
              </a:ext>
            </a:extLst>
          </p:cNvPr>
          <p:cNvSpPr txBox="1"/>
          <p:nvPr/>
        </p:nvSpPr>
        <p:spPr>
          <a:xfrm>
            <a:off x="6986215" y="2039012"/>
            <a:ext cx="33832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diganti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diganti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dengan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file yang di WA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26683B-3A3C-CE62-D6D7-5022A3A806E5}"/>
              </a:ext>
            </a:extLst>
          </p:cNvPr>
          <p:cNvCxnSpPr>
            <a:cxnSpLocks/>
          </p:cNvCxnSpPr>
          <p:nvPr/>
        </p:nvCxnSpPr>
        <p:spPr>
          <a:xfrm flipH="1" flipV="1">
            <a:off x="5239744" y="2331400"/>
            <a:ext cx="1645920" cy="11425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061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25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17</cp:revision>
  <dcterms:created xsi:type="dcterms:W3CDTF">2024-06-25T02:20:11Z</dcterms:created>
  <dcterms:modified xsi:type="dcterms:W3CDTF">2025-01-24T08:00:41Z</dcterms:modified>
</cp:coreProperties>
</file>