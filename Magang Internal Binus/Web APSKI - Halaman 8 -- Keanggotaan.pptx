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0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7F-08F2-B0DB-8D20-90578368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6A92-8B1A-72EF-5289-9BD22E3C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F679-2967-FD0D-FD91-E4BC32F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CEF4-D3E1-D9BB-D5BC-6FDA05B2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C556-1C68-3C07-3AEC-7D15070A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8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A375-AED3-B0FF-2308-1A7E6F8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F6DD-8267-15C6-BD8F-9DAA7A7E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B8DD-1134-6F2D-2395-5EE4FF17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D5D9-12DF-C4F6-F859-1262B63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F86A-8D99-4A33-5E1D-A44EE5CE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5B7-ED7D-407C-CBE8-62CE044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6AEB-DFDB-1207-1A95-76E78503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5801-2789-55A2-632C-EAF0EF24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87E8-FD28-D571-D896-75843CD8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152C-C99F-2A96-7990-708794B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2ECD-F1E4-11AB-BA44-BB8510E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FBA6-E980-217D-5E34-9211B2A6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DB6-514F-CFF0-7B60-A9304A3E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00A-CBE6-4C2A-B2F5-B88F6D9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3991-5BCD-67FC-BBBD-DA7CD6EF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2634-A4D0-57AC-4368-3E3BDC01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A5F-087B-5226-9129-A517863A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A89F-07DE-8117-B48A-ABBF6350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37C-CE44-42E2-FCC3-3B463EE2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2C135-5F8E-7884-DAC4-B29761B23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04DE1-B676-9DF8-A6BB-6CC5DA22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70A2-68D0-7029-1A54-44BECE27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DC71-23B0-9D71-6670-21B8E3D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4BE13-35AE-460A-B749-319D875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D84C-8855-DC93-F5CE-50AAAF16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6F096-E9E0-9BF5-C4E1-101BADF7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19DE-C54E-3FC1-2CC7-531B8A0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F5A3D-078B-3634-3716-607E7CD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7ECF-564B-93F1-8707-D47E6272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92C9-7295-668C-8E1F-21A127D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96D2-AABE-5352-14EC-8CFBCE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E9B2-7089-51AA-7FEB-799040D1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7CCB-F89F-7AA2-D40B-27196805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B33DE-1C62-82D0-1C4C-95949597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2448-B98D-DA8F-4F3A-DF60C84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611F2-86F7-C6CF-9E0B-3773937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A6C5-5B78-2503-172B-F8A16BE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C65-6A5E-9E35-1C9C-AD99F6F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F979-4195-8621-FDB3-C3CB103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AC95-CF94-37EF-0121-D1442F6C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7E10-2374-1305-1277-209754A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03A-126B-E44E-C0FA-9A0F71F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38CBF-5517-798E-929A-82BFD29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C6D-2C38-9F55-4494-F703D843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558A-D46E-A4BC-B140-2997F63D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7235-2DEB-61B3-25CC-602517A2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C642-86B1-1A7B-9980-B2E7166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10A-4D1D-9C6D-598B-744BFEA4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8D45-C49F-26AB-F921-6DEF08A9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24F6-873A-89D8-00ED-1491709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F99A-B0CF-75B4-67EE-7552588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878E-E530-9E18-673D-955EC5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05DE-3087-4CB6-64B8-7DF6E6D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75FB-C9EC-80E1-72B8-C7DB11E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BB97-57E6-2095-B4BB-6B500C5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E46F-9DCF-D6CD-397C-FD231661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3BC9-CAC6-B672-DD79-55E4B01C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1C10-0327-967B-776E-F563C34F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GwDtThgoTvZ67nFNupxDO4" TargetMode="External"/><Relationship Id="rId2" Type="http://schemas.openxmlformats.org/officeDocument/2006/relationships/hyperlink" Target="mailto:admin@apski.n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apskiofficial?igsh=MTZxYW43N2ltejJ6ag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us 12">
            <a:extLst>
              <a:ext uri="{FF2B5EF4-FFF2-40B4-BE49-F238E27FC236}">
                <a16:creationId xmlns:a16="http://schemas.microsoft.com/office/drawing/2014/main" id="{5FB730B0-9025-FD4F-6A77-EF54F3C2FFD1}"/>
              </a:ext>
            </a:extLst>
          </p:cNvPr>
          <p:cNvSpPr/>
          <p:nvPr/>
        </p:nvSpPr>
        <p:spPr>
          <a:xfrm rot="2720130">
            <a:off x="4130188" y="761025"/>
            <a:ext cx="2110586" cy="2221119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9D2BC-CE04-3E05-5E1D-21D77C0677C9}"/>
              </a:ext>
            </a:extLst>
          </p:cNvPr>
          <p:cNvSpPr txBox="1"/>
          <p:nvPr/>
        </p:nvSpPr>
        <p:spPr>
          <a:xfrm>
            <a:off x="102870" y="2526030"/>
            <a:ext cx="27089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Halaman 8</a:t>
            </a:r>
          </a:p>
          <a:p>
            <a:r>
              <a:rPr lang="en-US" sz="3200" b="1" dirty="0" err="1"/>
              <a:t>Keanggotaan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E9177-59AB-F1D5-4E92-910D4D1250BE}"/>
              </a:ext>
            </a:extLst>
          </p:cNvPr>
          <p:cNvSpPr txBox="1"/>
          <p:nvPr/>
        </p:nvSpPr>
        <p:spPr>
          <a:xfrm>
            <a:off x="3718560" y="1535430"/>
            <a:ext cx="4030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Anggota</a:t>
            </a:r>
            <a:r>
              <a:rPr lang="en-US" sz="3200" b="1" dirty="0"/>
              <a:t> APSKI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C3E02-4BE2-5598-2BF0-2DF0204D6EDE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KEANGGOTAAN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83A3F-FC00-5A75-6470-FDD6AA7B4D7B}"/>
              </a:ext>
            </a:extLst>
          </p:cNvPr>
          <p:cNvSpPr txBox="1"/>
          <p:nvPr/>
        </p:nvSpPr>
        <p:spPr>
          <a:xfrm>
            <a:off x="3752850" y="4345365"/>
            <a:ext cx="5299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b="1" dirty="0" err="1"/>
              <a:t>Pendaftaran</a:t>
            </a:r>
            <a:endParaRPr lang="en-US" sz="32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430476-273B-5368-1E81-91B73C0EE914}"/>
              </a:ext>
            </a:extLst>
          </p:cNvPr>
          <p:cNvCxnSpPr>
            <a:cxnSpLocks/>
          </p:cNvCxnSpPr>
          <p:nvPr/>
        </p:nvCxnSpPr>
        <p:spPr>
          <a:xfrm flipV="1">
            <a:off x="2653665" y="1906896"/>
            <a:ext cx="1101090" cy="123682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31130F-E830-624B-E1AF-991115E6F379}"/>
              </a:ext>
            </a:extLst>
          </p:cNvPr>
          <p:cNvCxnSpPr>
            <a:cxnSpLocks/>
          </p:cNvCxnSpPr>
          <p:nvPr/>
        </p:nvCxnSpPr>
        <p:spPr>
          <a:xfrm>
            <a:off x="2676524" y="3136179"/>
            <a:ext cx="1101090" cy="137921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2D7498-FD99-356E-7847-2687A63A2A93}"/>
              </a:ext>
            </a:extLst>
          </p:cNvPr>
          <p:cNvSpPr txBox="1"/>
          <p:nvPr/>
        </p:nvSpPr>
        <p:spPr>
          <a:xfrm>
            <a:off x="8298180" y="1288732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dihapus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saja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D17D3C-E0A5-2003-5E66-AF6132DE773A}"/>
              </a:ext>
            </a:extLst>
          </p:cNvPr>
          <p:cNvCxnSpPr>
            <a:cxnSpLocks/>
          </p:cNvCxnSpPr>
          <p:nvPr/>
        </p:nvCxnSpPr>
        <p:spPr>
          <a:xfrm flipH="1" flipV="1">
            <a:off x="6617970" y="1827818"/>
            <a:ext cx="1645920" cy="114252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536A93-5740-04ED-D34C-31673D62978B}"/>
              </a:ext>
            </a:extLst>
          </p:cNvPr>
          <p:cNvCxnSpPr>
            <a:cxnSpLocks/>
          </p:cNvCxnSpPr>
          <p:nvPr/>
        </p:nvCxnSpPr>
        <p:spPr>
          <a:xfrm flipH="1" flipV="1">
            <a:off x="6299838" y="4668293"/>
            <a:ext cx="2386962" cy="900975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F4C7603-C539-2BFF-4135-7D03D6BFF84A}"/>
              </a:ext>
            </a:extLst>
          </p:cNvPr>
          <p:cNvSpPr txBox="1"/>
          <p:nvPr/>
        </p:nvSpPr>
        <p:spPr>
          <a:xfrm>
            <a:off x="8686800" y="5118780"/>
            <a:ext cx="338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Langsung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yang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saja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34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0EBB94-C393-312A-BFFC-C1A65DCA1BA8}"/>
              </a:ext>
            </a:extLst>
          </p:cNvPr>
          <p:cNvSpPr txBox="1"/>
          <p:nvPr/>
        </p:nvSpPr>
        <p:spPr>
          <a:xfrm>
            <a:off x="1183958" y="3334613"/>
            <a:ext cx="88820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Address</a:t>
            </a: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Perkumpulan APSKI</a:t>
            </a: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Aliansi</a:t>
            </a:r>
            <a:r>
              <a:rPr lang="en-ID" dirty="0">
                <a:latin typeface="Open Sans" panose="020B0606030504020204" pitchFamily="34" charset="0"/>
              </a:rPr>
              <a:t> Program </a:t>
            </a:r>
            <a:r>
              <a:rPr lang="en-ID" dirty="0" err="1">
                <a:latin typeface="Open Sans" panose="020B0606030504020204" pitchFamily="34" charset="0"/>
              </a:rPr>
              <a:t>Studi</a:t>
            </a:r>
            <a:r>
              <a:rPr lang="en-ID" dirty="0">
                <a:latin typeface="Open Sans" panose="020B0606030504020204" pitchFamily="34" charset="0"/>
              </a:rPr>
              <a:t> Indonesia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Sekretaris</a:t>
            </a:r>
            <a:r>
              <a:rPr lang="en-ID" dirty="0">
                <a:latin typeface="Open Sans" panose="020B0606030504020204" pitchFamily="34" charset="0"/>
              </a:rPr>
              <a:t> 1, </a:t>
            </a:r>
            <a:r>
              <a:rPr lang="en-ID" dirty="0" err="1">
                <a:latin typeface="Open Sans" panose="020B0606030504020204" pitchFamily="34" charset="0"/>
              </a:rPr>
              <a:t>Raditha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</a:rPr>
              <a:t>Hapsari</a:t>
            </a:r>
            <a:r>
              <a:rPr lang="en-ID" dirty="0">
                <a:latin typeface="Open Sans" panose="020B0606030504020204" pitchFamily="34" charset="0"/>
              </a:rPr>
              <a:t>, PhD</a:t>
            </a:r>
          </a:p>
          <a:p>
            <a:pPr algn="l"/>
            <a:r>
              <a:rPr lang="en-ID" b="0" i="0" u="none" strike="noStrike" dirty="0" err="1">
                <a:effectLst/>
                <a:latin typeface="Open Sans" panose="020B0606030504020204" pitchFamily="34" charset="0"/>
              </a:rPr>
              <a:t>Sek</a:t>
            </a:r>
            <a:r>
              <a:rPr lang="en-ID" dirty="0" err="1">
                <a:latin typeface="Open Sans" panose="020B0606030504020204" pitchFamily="34" charset="0"/>
              </a:rPr>
              <a:t>retaris</a:t>
            </a:r>
            <a:r>
              <a:rPr lang="en-ID" dirty="0">
                <a:latin typeface="Open Sans" panose="020B0606030504020204" pitchFamily="34" charset="0"/>
              </a:rPr>
              <a:t> 2, </a:t>
            </a:r>
            <a:r>
              <a:rPr lang="en-ID" dirty="0" err="1">
                <a:latin typeface="Open Sans" panose="020B0606030504020204" pitchFamily="34" charset="0"/>
              </a:rPr>
              <a:t>Dr.</a:t>
            </a:r>
            <a:r>
              <a:rPr lang="en-ID" dirty="0">
                <a:latin typeface="Open Sans" panose="020B0606030504020204" pitchFamily="34" charset="0"/>
              </a:rPr>
              <a:t> Wisnu </a:t>
            </a:r>
            <a:r>
              <a:rPr lang="en-ID" dirty="0" err="1">
                <a:latin typeface="Open Sans" panose="020B0606030504020204" pitchFamily="34" charset="0"/>
              </a:rPr>
              <a:t>Dewobroto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Website:  https://apski.net/</a:t>
            </a:r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admin@apski.net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>
                <a:latin typeface="Open Sans" panose="020B0606030504020204" pitchFamily="34" charset="0"/>
              </a:rPr>
              <a:t>Group WhatsApp:  </a:t>
            </a:r>
            <a:r>
              <a:rPr lang="en-ID" dirty="0">
                <a:latin typeface="Open Sans" panose="020B0606030504020204" pitchFamily="34" charset="0"/>
                <a:hlinkClick r:id="rId3"/>
              </a:rPr>
              <a:t>https://chat.whatsapp.com/GwDtThgoTvZ67nFNupxDO4</a:t>
            </a:r>
            <a:endParaRPr lang="en-ID" dirty="0">
              <a:latin typeface="Open Sans" panose="020B0606030504020204" pitchFamily="34" charset="0"/>
            </a:endParaRP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Instagram: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4"/>
              </a:rPr>
              <a:t>https://www.instagram.com/apskiofficial?igsh=MTZxYW43N2ltejJ6ag==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5AB391-D78C-9720-32D7-B21BA00387D1}"/>
              </a:ext>
            </a:extLst>
          </p:cNvPr>
          <p:cNvCxnSpPr>
            <a:cxnSpLocks/>
          </p:cNvCxnSpPr>
          <p:nvPr/>
        </p:nvCxnSpPr>
        <p:spPr>
          <a:xfrm flipH="1">
            <a:off x="5795010" y="3783330"/>
            <a:ext cx="2114550" cy="100212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FD8CC0-1BCC-2B0C-66BB-95FDC040445B}"/>
              </a:ext>
            </a:extLst>
          </p:cNvPr>
          <p:cNvSpPr txBox="1"/>
          <p:nvPr/>
        </p:nvSpPr>
        <p:spPr>
          <a:xfrm>
            <a:off x="8023860" y="2013615"/>
            <a:ext cx="33832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bawah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/footnote</a:t>
            </a:r>
          </a:p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memasukan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seperti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pada footnote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halaman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1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beranda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FB9C9-CD3D-7A23-3864-7776FEF1357D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KEANGGOTAAN</a:t>
            </a:r>
          </a:p>
        </p:txBody>
      </p:sp>
    </p:spTree>
    <p:extLst>
      <p:ext uri="{BB962C8B-B14F-4D97-AF65-F5344CB8AC3E}">
        <p14:creationId xmlns:p14="http://schemas.microsoft.com/office/powerpoint/2010/main" val="31419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98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Open Sans</vt:lpstr>
      <vt:lpstr>Roboto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Rudy Aryanto</cp:lastModifiedBy>
  <cp:revision>16</cp:revision>
  <dcterms:created xsi:type="dcterms:W3CDTF">2024-06-25T02:20:11Z</dcterms:created>
  <dcterms:modified xsi:type="dcterms:W3CDTF">2024-08-30T03:58:55Z</dcterms:modified>
</cp:coreProperties>
</file>