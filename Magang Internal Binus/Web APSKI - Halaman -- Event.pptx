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0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9"/>
  </p:normalViewPr>
  <p:slideViewPr>
    <p:cSldViewPr snapToGrid="0">
      <p:cViewPr varScale="1">
        <p:scale>
          <a:sx n="97" d="100"/>
          <a:sy n="97" d="100"/>
        </p:scale>
        <p:origin x="10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957F-08F2-B0DB-8D20-905783684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E6A92-8B1A-72EF-5289-9BD22E3C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F679-2967-FD0D-FD91-E4BC32FE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CEF4-D3E1-D9BB-D5BC-6FDA05B2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1C556-1C68-3C07-3AEC-7D15070A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8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A375-AED3-B0FF-2308-1A7E6F8C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4F6DD-8267-15C6-BD8F-9DAA7A7E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B8DD-1134-6F2D-2395-5EE4FF17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D5D9-12DF-C4F6-F859-1262B63A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F86A-8D99-4A33-5E1D-A44EE5CE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1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35B7-ED7D-407C-CBE8-62CE044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6AEB-DFDB-1207-1A95-76E78503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55801-2789-55A2-632C-EAF0EF24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787E8-FD28-D571-D896-75843CD8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9152C-C99F-2A96-7990-708794BD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2ECD-F1E4-11AB-BA44-BB8510E9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FBA6-E980-217D-5E34-9211B2A63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A0DB6-514F-CFF0-7B60-A9304A3E9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B700A-CBE6-4C2A-B2F5-B88F6D91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93991-5BCD-67FC-BBBD-DA7CD6EF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2634-A4D0-57AC-4368-3E3BDC01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CA5F-087B-5226-9129-A517863A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BA89F-07DE-8117-B48A-ABBF63505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D37C-CE44-42E2-FCC3-3B463EE25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2C135-5F8E-7884-DAC4-B29761B23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04DE1-B676-9DF8-A6BB-6CC5DA221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370A2-68D0-7029-1A54-44BECE27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9DC71-23B0-9D71-6670-21B8E3D7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4BE13-35AE-460A-B749-319D8759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6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D84C-8855-DC93-F5CE-50AAAF16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6F096-E9E0-9BF5-C4E1-101BADF7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E19DE-C54E-3FC1-2CC7-531B8A03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F5A3D-078B-3634-3716-607E7CD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07ECF-564B-93F1-8707-D47E6272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592C9-7295-668C-8E1F-21A127D9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96D2-AABE-5352-14EC-8CFBCE2E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E9B2-7089-51AA-7FEB-799040D1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7CCB-F89F-7AA2-D40B-27196805B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B33DE-1C62-82D0-1C4C-95949597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A2448-B98D-DA8F-4F3A-DF60C84E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611F2-86F7-C6CF-9E0B-3773937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A6C5-5B78-2503-172B-F8A16BE6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6C65-6A5E-9E35-1C9C-AD99F6F8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3F979-4195-8621-FDB3-C3CB10304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EAC95-CF94-37EF-0121-D1442F6C6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07E10-2374-1305-1277-209754A8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6B03A-126B-E44E-C0FA-9A0F71FD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38CBF-5517-798E-929A-82BFD293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AC6D-2C38-9F55-4494-F703D843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4558A-D46E-A4BC-B140-2997F63D5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A7235-2DEB-61B3-25CC-602517A2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C642-86B1-1A7B-9980-B2E7166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C10A-4D1D-9C6D-598B-744BFEA4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F8D45-C49F-26AB-F921-6DEF08A93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024F6-873A-89D8-00ED-1491709DA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4F99A-B0CF-75B4-67EE-75525889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D878E-E530-9E18-673D-955EC5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E05DE-3087-4CB6-64B8-7DF6E6D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75FB-C9EC-80E1-72B8-C7DB11E7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BB97-57E6-2095-B4BB-6B500C5F1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E46F-9DCF-D6CD-397C-FD2316619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43BC9-CAC6-B672-DD79-55E4B01C6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1C10-0327-967B-776E-F563C34F1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whatsapp.com/GwDtThgoTvZ67nFNupxDO4" TargetMode="External"/><Relationship Id="rId2" Type="http://schemas.openxmlformats.org/officeDocument/2006/relationships/hyperlink" Target="mailto:admin@apski.n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apskiofficial?igsh=MTZxYW43N2ltejJ6ag=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DC3E02-4BE2-5598-2BF0-2DF0204D6EDE}"/>
              </a:ext>
            </a:extLst>
          </p:cNvPr>
          <p:cNvSpPr txBox="1"/>
          <p:nvPr/>
        </p:nvSpPr>
        <p:spPr>
          <a:xfrm>
            <a:off x="8640416" y="127813"/>
            <a:ext cx="3213037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EVENT/KEGIATAN</a:t>
            </a:r>
          </a:p>
        </p:txBody>
      </p:sp>
      <p:pic>
        <p:nvPicPr>
          <p:cNvPr id="15" name="Picture 10" descr="Steelfish Outline">
            <a:extLst>
              <a:ext uri="{FF2B5EF4-FFF2-40B4-BE49-F238E27FC236}">
                <a16:creationId xmlns:a16="http://schemas.microsoft.com/office/drawing/2014/main" id="{94A93840-2B07-4396-A7C3-C05AEEBC5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077" y="1670724"/>
            <a:ext cx="3291773" cy="53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C5B9AD-9F90-54C9-2E61-ADDCCB1B53C7}"/>
              </a:ext>
            </a:extLst>
          </p:cNvPr>
          <p:cNvSpPr txBox="1"/>
          <p:nvPr/>
        </p:nvSpPr>
        <p:spPr>
          <a:xfrm>
            <a:off x="3299304" y="2230794"/>
            <a:ext cx="4733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genial" panose="02000503040000020004" pitchFamily="2" charset="0"/>
                <a:cs typeface="Browallia New" panose="020B0604020202020204" pitchFamily="34" charset="0"/>
              </a:rPr>
              <a:t>Yogyakarta, 2025  (AGENDA)</a:t>
            </a:r>
          </a:p>
        </p:txBody>
      </p:sp>
      <p:pic>
        <p:nvPicPr>
          <p:cNvPr id="17" name="Picture 16" descr="AMIKOM AT A GLANCE – English | Universitas AMIKOM Yogyakarta">
            <a:extLst>
              <a:ext uri="{FF2B5EF4-FFF2-40B4-BE49-F238E27FC236}">
                <a16:creationId xmlns:a16="http://schemas.microsoft.com/office/drawing/2014/main" id="{4995340E-6ADC-C887-03EE-4DFF6A67B9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3"/>
          <a:stretch/>
        </p:blipFill>
        <p:spPr bwMode="auto">
          <a:xfrm>
            <a:off x="3333483" y="2846332"/>
            <a:ext cx="3192960" cy="183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34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0EBB94-C393-312A-BFFC-C1A65DCA1BA8}"/>
              </a:ext>
            </a:extLst>
          </p:cNvPr>
          <p:cNvSpPr txBox="1"/>
          <p:nvPr/>
        </p:nvSpPr>
        <p:spPr>
          <a:xfrm>
            <a:off x="1183958" y="3334613"/>
            <a:ext cx="88820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Address</a:t>
            </a: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Perkumpulan APSKI</a:t>
            </a: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Aliansi</a:t>
            </a:r>
            <a:r>
              <a:rPr lang="en-ID" dirty="0">
                <a:latin typeface="Open Sans" panose="020B0606030504020204" pitchFamily="34" charset="0"/>
              </a:rPr>
              <a:t> Program </a:t>
            </a:r>
            <a:r>
              <a:rPr lang="en-ID" dirty="0" err="1">
                <a:latin typeface="Open Sans" panose="020B0606030504020204" pitchFamily="34" charset="0"/>
              </a:rPr>
              <a:t>Studi</a:t>
            </a:r>
            <a:r>
              <a:rPr lang="en-ID" dirty="0">
                <a:latin typeface="Open Sans" panose="020B0606030504020204" pitchFamily="34" charset="0"/>
              </a:rPr>
              <a:t> Indonesia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Sekretaris</a:t>
            </a:r>
            <a:r>
              <a:rPr lang="en-ID" dirty="0">
                <a:latin typeface="Open Sans" panose="020B0606030504020204" pitchFamily="34" charset="0"/>
              </a:rPr>
              <a:t> 1, </a:t>
            </a:r>
            <a:r>
              <a:rPr lang="en-ID" dirty="0" err="1">
                <a:latin typeface="Open Sans" panose="020B0606030504020204" pitchFamily="34" charset="0"/>
              </a:rPr>
              <a:t>Raditha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</a:rPr>
              <a:t>Hapsari</a:t>
            </a:r>
            <a:r>
              <a:rPr lang="en-ID" dirty="0">
                <a:latin typeface="Open Sans" panose="020B0606030504020204" pitchFamily="34" charset="0"/>
              </a:rPr>
              <a:t>, PhD</a:t>
            </a:r>
          </a:p>
          <a:p>
            <a:pPr algn="l"/>
            <a:r>
              <a:rPr lang="en-ID" b="0" i="0" u="none" strike="noStrike" dirty="0" err="1">
                <a:effectLst/>
                <a:latin typeface="Open Sans" panose="020B0606030504020204" pitchFamily="34" charset="0"/>
              </a:rPr>
              <a:t>Sek</a:t>
            </a:r>
            <a:r>
              <a:rPr lang="en-ID" dirty="0" err="1">
                <a:latin typeface="Open Sans" panose="020B0606030504020204" pitchFamily="34" charset="0"/>
              </a:rPr>
              <a:t>retaris</a:t>
            </a:r>
            <a:r>
              <a:rPr lang="en-ID" dirty="0">
                <a:latin typeface="Open Sans" panose="020B0606030504020204" pitchFamily="34" charset="0"/>
              </a:rPr>
              <a:t> 2, </a:t>
            </a:r>
            <a:r>
              <a:rPr lang="en-ID" dirty="0" err="1">
                <a:latin typeface="Open Sans" panose="020B0606030504020204" pitchFamily="34" charset="0"/>
              </a:rPr>
              <a:t>Dr.</a:t>
            </a:r>
            <a:r>
              <a:rPr lang="en-ID" dirty="0">
                <a:latin typeface="Open Sans" panose="020B0606030504020204" pitchFamily="34" charset="0"/>
              </a:rPr>
              <a:t> Wisnu </a:t>
            </a:r>
            <a:r>
              <a:rPr lang="en-ID" dirty="0" err="1">
                <a:latin typeface="Open Sans" panose="020B0606030504020204" pitchFamily="34" charset="0"/>
              </a:rPr>
              <a:t>Dewobroto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Website:  https://apski.net/</a:t>
            </a:r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admin@apski.net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>
                <a:latin typeface="Open Sans" panose="020B0606030504020204" pitchFamily="34" charset="0"/>
              </a:rPr>
              <a:t>Group WhatsApp:  </a:t>
            </a:r>
            <a:r>
              <a:rPr lang="en-ID" dirty="0">
                <a:latin typeface="Open Sans" panose="020B0606030504020204" pitchFamily="34" charset="0"/>
                <a:hlinkClick r:id="rId3"/>
              </a:rPr>
              <a:t>https://chat.whatsapp.com/GwDtThgoTvZ67nFNupxDO4</a:t>
            </a:r>
            <a:endParaRPr lang="en-ID" dirty="0">
              <a:latin typeface="Open Sans" panose="020B0606030504020204" pitchFamily="34" charset="0"/>
            </a:endParaRP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Instagram: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4"/>
              </a:rPr>
              <a:t>https://www.instagram.com/apskiofficial?igsh=MTZxYW43N2ltejJ6ag==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5AB391-D78C-9720-32D7-B21BA00387D1}"/>
              </a:ext>
            </a:extLst>
          </p:cNvPr>
          <p:cNvCxnSpPr>
            <a:cxnSpLocks/>
          </p:cNvCxnSpPr>
          <p:nvPr/>
        </p:nvCxnSpPr>
        <p:spPr>
          <a:xfrm flipH="1">
            <a:off x="5795010" y="3783330"/>
            <a:ext cx="2114550" cy="1002126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FD8CC0-1BCC-2B0C-66BB-95FDC040445B}"/>
              </a:ext>
            </a:extLst>
          </p:cNvPr>
          <p:cNvSpPr txBox="1"/>
          <p:nvPr/>
        </p:nvSpPr>
        <p:spPr>
          <a:xfrm>
            <a:off x="8023860" y="2013615"/>
            <a:ext cx="33832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Bagian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bawah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/footnote</a:t>
            </a:r>
          </a:p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memasukan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seperti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pada footnote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halaman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1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beranda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8012A5-1BCE-382B-4FBF-5EA46120EDF5}"/>
              </a:ext>
            </a:extLst>
          </p:cNvPr>
          <p:cNvSpPr txBox="1"/>
          <p:nvPr/>
        </p:nvSpPr>
        <p:spPr>
          <a:xfrm>
            <a:off x="8640416" y="127813"/>
            <a:ext cx="3213037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EVENT/KEGIATAN</a:t>
            </a:r>
          </a:p>
        </p:txBody>
      </p:sp>
    </p:spTree>
    <p:extLst>
      <p:ext uri="{BB962C8B-B14F-4D97-AF65-F5344CB8AC3E}">
        <p14:creationId xmlns:p14="http://schemas.microsoft.com/office/powerpoint/2010/main" val="31419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93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Congenial</vt:lpstr>
      <vt:lpstr>Open Sans</vt:lpstr>
      <vt:lpstr>Roboto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Aryanto</dc:creator>
  <cp:lastModifiedBy>Rudy Aryanto</cp:lastModifiedBy>
  <cp:revision>20</cp:revision>
  <dcterms:created xsi:type="dcterms:W3CDTF">2024-06-25T02:20:11Z</dcterms:created>
  <dcterms:modified xsi:type="dcterms:W3CDTF">2024-11-05T03:33:43Z</dcterms:modified>
</cp:coreProperties>
</file>